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PKMYT1 Expression Overview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959211"/>
          </a:xfrm>
          <a:prstGeom prst="rect">
            <a:avLst/>
          </a:prstGeom>
        </p:spPr>
      </p:pic>
      <p:pic>
        <p:nvPicPr>
          <p:cNvPr id="4" name="Picture 3" descr="umap_PKMYT1_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3221258"/>
          </a:xfrm>
          <a:prstGeom prst="rect">
            <a:avLst/>
          </a:prstGeom>
        </p:spPr>
      </p:pic>
      <p:pic>
        <p:nvPicPr>
          <p:cNvPr id="5" name="Picture 4" descr="violin_PKMYT1_cancer_vs_immune_ce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0" cy="2481398"/>
          </a:xfrm>
          <a:prstGeom prst="rect">
            <a:avLst/>
          </a:prstGeom>
        </p:spPr>
      </p:pic>
      <p:pic>
        <p:nvPicPr>
          <p:cNvPr id="6" name="Picture 5" descr="dotplot_PKMYT1_cancer_vs_immune_ce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TXN Expression Overview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959211"/>
          </a:xfrm>
          <a:prstGeom prst="rect">
            <a:avLst/>
          </a:prstGeom>
        </p:spPr>
      </p:pic>
      <p:pic>
        <p:nvPicPr>
          <p:cNvPr id="4" name="Picture 3" descr="umap_TXN_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3268980"/>
          </a:xfrm>
          <a:prstGeom prst="rect">
            <a:avLst/>
          </a:prstGeom>
        </p:spPr>
      </p:pic>
      <p:pic>
        <p:nvPicPr>
          <p:cNvPr id="5" name="Picture 4" descr="violin_TXN_cancer_vs_immune_ce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0" cy="2478404"/>
          </a:xfrm>
          <a:prstGeom prst="rect">
            <a:avLst/>
          </a:prstGeom>
        </p:spPr>
      </p:pic>
      <p:pic>
        <p:nvPicPr>
          <p:cNvPr id="6" name="Picture 5" descr="dotplot_TXN_cancer_vs_immune_ce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PPP2R2A Expression Overview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959211"/>
          </a:xfrm>
          <a:prstGeom prst="rect">
            <a:avLst/>
          </a:prstGeom>
        </p:spPr>
      </p:pic>
      <p:pic>
        <p:nvPicPr>
          <p:cNvPr id="4" name="Picture 3" descr="umap_PPP2R2A_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3268980"/>
          </a:xfrm>
          <a:prstGeom prst="rect">
            <a:avLst/>
          </a:prstGeom>
        </p:spPr>
      </p:pic>
      <p:pic>
        <p:nvPicPr>
          <p:cNvPr id="5" name="Picture 4" descr="violin_PPP2R2A_cancer_vs_immune_ce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0" cy="2463367"/>
          </a:xfrm>
          <a:prstGeom prst="rect">
            <a:avLst/>
          </a:prstGeom>
        </p:spPr>
      </p:pic>
      <p:pic>
        <p:nvPicPr>
          <p:cNvPr id="6" name="Picture 5" descr="dotplot_PPP2R2A_cancer_vs_immune_ce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TXNRD1 Expression Overview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959211"/>
          </a:xfrm>
          <a:prstGeom prst="rect">
            <a:avLst/>
          </a:prstGeom>
        </p:spPr>
      </p:pic>
      <p:pic>
        <p:nvPicPr>
          <p:cNvPr id="4" name="Picture 3" descr="umap_TXNRD1_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3268980"/>
          </a:xfrm>
          <a:prstGeom prst="rect">
            <a:avLst/>
          </a:prstGeom>
        </p:spPr>
      </p:pic>
      <p:pic>
        <p:nvPicPr>
          <p:cNvPr id="5" name="Picture 4" descr="violin_TXNRD1_cancer_vs_immune_ce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0" cy="2463367"/>
          </a:xfrm>
          <a:prstGeom prst="rect">
            <a:avLst/>
          </a:prstGeom>
        </p:spPr>
      </p:pic>
      <p:pic>
        <p:nvPicPr>
          <p:cNvPr id="6" name="Picture 5" descr="dotplot_TXNRD1_cancer_vs_immune_ce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WEE1 Expression Overview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959211"/>
          </a:xfrm>
          <a:prstGeom prst="rect">
            <a:avLst/>
          </a:prstGeom>
        </p:spPr>
      </p:pic>
      <p:pic>
        <p:nvPicPr>
          <p:cNvPr id="4" name="Picture 3" descr="umap_WEE1_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3268980"/>
          </a:xfrm>
          <a:prstGeom prst="rect">
            <a:avLst/>
          </a:prstGeom>
        </p:spPr>
      </p:pic>
      <p:pic>
        <p:nvPicPr>
          <p:cNvPr id="5" name="Picture 4" descr="violin_WEE1_cancer_vs_immune_ce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0" cy="2439316"/>
          </a:xfrm>
          <a:prstGeom prst="rect">
            <a:avLst/>
          </a:prstGeom>
        </p:spPr>
      </p:pic>
      <p:pic>
        <p:nvPicPr>
          <p:cNvPr id="6" name="Picture 5" descr="dotplot_WEE1_cancer_vs_immune_ce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